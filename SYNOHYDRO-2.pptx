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 D" userId="3a94e09aa6f747e1" providerId="LiveId" clId="{C99F548D-E1E7-407A-936B-EF0DE79145F9}"/>
    <pc:docChg chg="custSel modSld">
      <pc:chgData name="Mathi D" userId="3a94e09aa6f747e1" providerId="LiveId" clId="{C99F548D-E1E7-407A-936B-EF0DE79145F9}" dt="2026-09-18T12:58:18.277" v="43" actId="20577"/>
      <pc:docMkLst>
        <pc:docMk/>
      </pc:docMkLst>
      <pc:sldChg chg="modSp mod">
        <pc:chgData name="Mathi D" userId="3a94e09aa6f747e1" providerId="LiveId" clId="{C99F548D-E1E7-407A-936B-EF0DE79145F9}" dt="2026-09-18T12:58:18.277" v="43" actId="20577"/>
        <pc:sldMkLst>
          <pc:docMk/>
          <pc:sldMk cId="2960190819" sldId="256"/>
        </pc:sldMkLst>
        <pc:spChg chg="mod">
          <ac:chgData name="Mathi D" userId="3a94e09aa6f747e1" providerId="LiveId" clId="{C99F548D-E1E7-407A-936B-EF0DE79145F9}" dt="2026-09-18T12:58:18.277" v="43" actId="20577"/>
          <ac:spMkLst>
            <pc:docMk/>
            <pc:sldMk cId="2960190819" sldId="256"/>
            <ac:spMk id="2" creationId="{A3148106-D8B9-485B-03AA-94F50A8EE045}"/>
          </ac:spMkLst>
        </pc:spChg>
      </pc:sldChg>
      <pc:sldChg chg="delSp modSp mod">
        <pc:chgData name="Mathi D" userId="3a94e09aa6f747e1" providerId="LiveId" clId="{C99F548D-E1E7-407A-936B-EF0DE79145F9}" dt="2026-09-18T12:58:06.536" v="41" actId="20577"/>
        <pc:sldMkLst>
          <pc:docMk/>
          <pc:sldMk cId="1724559911" sldId="265"/>
        </pc:sldMkLst>
        <pc:spChg chg="del mod">
          <ac:chgData name="Mathi D" userId="3a94e09aa6f747e1" providerId="LiveId" clId="{C99F548D-E1E7-407A-936B-EF0DE79145F9}" dt="2026-09-18T12:57:40.357" v="1" actId="478"/>
          <ac:spMkLst>
            <pc:docMk/>
            <pc:sldMk cId="1724559911" sldId="265"/>
            <ac:spMk id="2" creationId="{4AE8DBCA-D02D-446F-3A6A-4CD0F45B087E}"/>
          </ac:spMkLst>
        </pc:spChg>
        <pc:spChg chg="mod">
          <ac:chgData name="Mathi D" userId="3a94e09aa6f747e1" providerId="LiveId" clId="{C99F548D-E1E7-407A-936B-EF0DE79145F9}" dt="2026-09-18T12:58:06.536" v="41" actId="20577"/>
          <ac:spMkLst>
            <pc:docMk/>
            <pc:sldMk cId="1724559911" sldId="265"/>
            <ac:spMk id="3" creationId="{357BE983-63F0-F532-0D22-5F26E04508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728A-4745-2A04-9F30-1FBC8E287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A4A14-6DB4-0C30-ABED-389F8CCAB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02021-0DC2-5E99-5805-49EDAB29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5D605-36FA-89EE-A272-88FA82F1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30376-3D6E-7A5D-3534-CB31668C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91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76EB-2BB9-589E-41CB-7ECBC2B3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4F584-38A1-7D36-3738-724271E33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E6E9-F6EB-3496-21C2-88CEC05E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0F7BA-E8B4-7B0A-B29E-5CEF13F8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55702-BE54-38C3-D7D0-AB69EC7B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59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DCEE-2394-618E-BB36-6A9913ADF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CD212-2DFB-3AB0-8C2C-54A93ADD3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1F817-A9FF-446F-98CB-BBD41568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8F174-C7AF-318D-E775-B05C25FE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0601D-00AF-9CB4-7049-E9D81BE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98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D5C4-9890-87C4-6252-687CDD1C2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15B2-6751-C616-98C0-D12A7B426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B1858-24E5-3D3F-736D-D758A564A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2B026-0635-4D0A-D2C5-337AAE74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2688B-8E97-C77A-DCE9-5B31CC69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AA1A-6918-EE25-B9E4-D469F0A2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69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0CAF-1A3B-CDF0-6756-6B843802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F49E3-872D-1E70-19FE-33EC91EA0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DCE71-F4D1-EE84-030A-75C4CAD48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6E791-6CD2-29F6-5742-047874647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03237-84D6-C4B5-27A3-8A4CB713B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8765A-C93E-35D8-C111-8EE5B833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79EF2E-9A1A-000C-8CC6-5CEF9A7D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6DA6C-9326-8CD1-9E22-FCD786A7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36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BD13D-D86E-99B9-95E1-92CC6D3E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5768C-1F34-2F61-D6EA-0A29A388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114E6-7705-4458-6824-7A3F0ECA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4738-4B21-8485-1793-BEE4901B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0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AB96E-B5E8-A936-C347-94FB234D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882A8-A34D-AF74-3020-38F0E3E3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EEED9-3166-7DEA-1CE8-14719DAA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04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C92-B425-485C-D5F6-5431BB5F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157E-A264-8F2C-ED79-552A1B7FE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61032-DA67-C15B-71D4-4D78D31D6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C5F7-2047-7BFD-5FEB-BBB612D5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2A392-9BBB-4725-1F4D-0DACFBAB7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AF01D-EA65-A66F-73FB-D46231E4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2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3FB1-3A52-68D2-532A-61B4EFA7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15AF2-613B-B516-86CC-5B520CD0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408ED-09FA-86C8-0FA3-67EA02472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9F99D-7338-DAAF-0D72-586841DF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ECB1C-9C7E-30DC-8028-6980B1B0D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908EB-A09F-5E06-645E-852A3C59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11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5A80-0355-99D8-B66A-AA22EEC6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056AD-DFFC-D0D3-8CC9-10ABD1A3A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C0F2-E3E7-A520-7F79-78ADCF1B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0F9E6-50D1-30C7-10A1-C04033A3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4099-5657-25B9-0ECF-174DDD13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97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E6F02-48B6-CEB2-E08B-CB09DA34A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8C0C9-9D2B-914B-7A8C-8EDA66061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8AC09-512D-0170-60FC-B3DC1E09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3E4F2-226E-A91D-1386-ABA34E80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F8CD-857C-8487-71C2-802F69E3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08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F29374-29D2-D36D-CC48-2A6474C9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4C6F7-A3BC-AC25-946B-B264DB186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E453-CF9B-433E-E5B1-6E8AE43F1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10069-7916-4336-816E-48171B3FA64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3383-D933-5FA8-1F29-81FADDDB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9F87A-018B-C989-5C0B-5AB11B614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B07E-6612-490C-ACC7-F15A032C2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40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8106-D8B9-485B-03AA-94F50A8EE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3848"/>
            <a:ext cx="9144000" cy="317429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SYNOHYDRO-</a:t>
            </a:r>
            <a:b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Water Leak &amp; Loss Detection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5124F-FDB3-BECC-2546-196716714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1690"/>
            <a:ext cx="9144000" cy="164360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 : 305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INOVIQ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 : 3 MEMBERS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19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677A0-59C5-E39F-3B83-B154A3D0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SYNOHYDRO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7A4E-6394-79E7-67FB-F241BB59A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Water Leak &amp; Loss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SU-03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Round 2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Focus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water monitoring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Production-aware leak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loss estimation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02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14C4-7EA2-0CAF-7102-3856418C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AB97-F261-94ED-F69C-C80F3F2F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557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water usage changes with production activity, making leaks difficult to identify.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water consumption does not always mean a leak.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Undetected leaks can cause significant water wastage.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usage may remain unnoticed in normal production fluctuations.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leak is likely to occur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severe the loss 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Challenge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normal production-related water usage from abnormal water loss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statement requires analysing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flow, pressure, consumption, production schedules and historical usage patterns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8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F0A3-652C-06D6-1045-514B5FF2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5C68-1195-A4AC-57D3-88E7E31E9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272"/>
            <a:ext cx="10515600" cy="57989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Monitor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activity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usage patterns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Provide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leak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Probable leak location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severity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water loss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 don't rely on water consumption alone. We consider production activity and multiple sensor readings to identify abnormal water usage.”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90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1052-CA84-E83A-837F-261E9A47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C989F6-9038-A02B-98C4-473EAFF3F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6B1190-5ED0-EC62-DC74-2D379959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30" y="1664817"/>
            <a:ext cx="10718157" cy="451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1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EF76-1FA1-2363-62C7-297B3C11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41EB1F9-5148-4506-7DFE-3CB4613D4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099" y="1597307"/>
            <a:ext cx="7697163" cy="452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EA5B-76D5-20D9-267B-BFE3330D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FUNCTIONALITY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5C5A3-B8F4-6640-8303-29AF0D24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81" y="1574157"/>
            <a:ext cx="10659319" cy="47340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Simulation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Flow, Pressure and Production values are simulated.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continuously reads these values.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Flow + Low Pressure indicates a potential leak.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LED and Buzzer provide an immediate alert.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values and system status are displayed in real time. </a:t>
            </a:r>
          </a:p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Output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→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continues monitoring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→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Leak detected → LED + Buzzer ON</a:t>
            </a:r>
          </a:p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“Our prototype demonstrates real-time sensor monitoring and immediate leak detection.”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46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47BD-7E2C-566C-86D8-E0A42DC1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A89B-907B-24EE-19E3-05132ACB9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524"/>
            <a:ext cx="10515600" cy="417850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Flow, Pressure &amp; Production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/ Leak Status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leak alerts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probable leak zone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loss &amp; financial impact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Wokwi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ESP32 →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“Detect the leak. Understand the impact. Take action.”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29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27E6-6A90-08AA-1C25-C2B8755E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SYNOHYDRO AI Different?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03F7-7098-ADC3-2C89-E61D61334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Production-Aware Detection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whether water usage is due to production or leakage.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Flow + Pressure + Production + Historical data.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Probable Leak Zone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area where the leak is likely occurring.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Loss Estimation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quantity of water being lost.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approximate cost of water loss.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75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E983-63F0-F532-0D22-5F26E0450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815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4000" dirty="0"/>
              <a:t>      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455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407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SYNOHYDRO- Industrial Water Leak &amp; Loss Detection </vt:lpstr>
      <vt:lpstr>SYNOHYDRO</vt:lpstr>
      <vt:lpstr>Problem Statement</vt:lpstr>
      <vt:lpstr>Proposed Solution </vt:lpstr>
      <vt:lpstr>FLOW DIAGRAM</vt:lpstr>
      <vt:lpstr>PROTOTYPE ARCHITECTURE</vt:lpstr>
      <vt:lpstr>PROTOTYPE FUNCTIONALITY</vt:lpstr>
      <vt:lpstr>Dashboard Integration</vt:lpstr>
      <vt:lpstr>What Makes SYNOHYDRO AI Different?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Saravanan Manian</dc:creator>
  <cp:lastModifiedBy>Mathi D</cp:lastModifiedBy>
  <cp:revision>1</cp:revision>
  <dcterms:created xsi:type="dcterms:W3CDTF">2026-09-18T12:49:13Z</dcterms:created>
  <dcterms:modified xsi:type="dcterms:W3CDTF">2026-09-18T13:01:10Z</dcterms:modified>
</cp:coreProperties>
</file>